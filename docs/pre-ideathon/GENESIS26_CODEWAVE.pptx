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7AFE7E-FA18-45EF-8F54-E596388B209F}" v="1" dt="2026-10-09T14:57:53.651"/>
    <p1510:client id="{9F39B929-05D9-4636-AD2D-402F92D42208}" v="32" dt="2026-10-09T12:35:15.0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5" d="100"/>
          <a:sy n="45" d="100"/>
        </p:scale>
        <p:origin x="62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yantika Das" userId="fe4c11d2ef6703d0" providerId="LiveId" clId="{31DB20E5-A13C-4451-BB16-90AF0B0F328E}"/>
    <pc:docChg chg="undo custSel addSld delSld modSld sldOrd modSection">
      <pc:chgData name="Sayantika Das" userId="fe4c11d2ef6703d0" providerId="LiveId" clId="{31DB20E5-A13C-4451-BB16-90AF0B0F328E}" dt="2026-10-09T15:07:51.378" v="566" actId="1035"/>
      <pc:docMkLst>
        <pc:docMk/>
      </pc:docMkLst>
      <pc:sldChg chg="modSp add mod ord">
        <pc:chgData name="Sayantika Das" userId="fe4c11d2ef6703d0" providerId="LiveId" clId="{31DB20E5-A13C-4451-BB16-90AF0B0F328E}" dt="2026-10-09T15:07:51.378" v="566" actId="1035"/>
        <pc:sldMkLst>
          <pc:docMk/>
          <pc:sldMk cId="0" sldId="256"/>
        </pc:sldMkLst>
        <pc:spChg chg="mod">
          <ac:chgData name="Sayantika Das" userId="fe4c11d2ef6703d0" providerId="LiveId" clId="{31DB20E5-A13C-4451-BB16-90AF0B0F328E}" dt="2026-10-09T15:07:51.378" v="566" actId="1035"/>
          <ac:spMkLst>
            <pc:docMk/>
            <pc:sldMk cId="0" sldId="256"/>
            <ac:spMk id="15" creationId="{00000000-0000-0000-0000-000000000000}"/>
          </ac:spMkLst>
        </pc:spChg>
      </pc:sldChg>
      <pc:sldChg chg="addSp delSp modSp add mod ord">
        <pc:chgData name="Sayantika Das" userId="fe4c11d2ef6703d0" providerId="LiveId" clId="{31DB20E5-A13C-4451-BB16-90AF0B0F328E}" dt="2026-10-09T12:56:30.217" v="530" actId="478"/>
        <pc:sldMkLst>
          <pc:docMk/>
          <pc:sldMk cId="0" sldId="257"/>
        </pc:sldMkLst>
        <pc:spChg chg="ord">
          <ac:chgData name="Sayantika Das" userId="fe4c11d2ef6703d0" providerId="LiveId" clId="{31DB20E5-A13C-4451-BB16-90AF0B0F328E}" dt="2026-10-09T12:55:00.765" v="515" actId="170"/>
          <ac:spMkLst>
            <pc:docMk/>
            <pc:sldMk cId="0" sldId="257"/>
            <ac:spMk id="3" creationId="{00000000-0000-0000-0000-000000000000}"/>
          </ac:spMkLst>
        </pc:spChg>
        <pc:spChg chg="del mod">
          <ac:chgData name="Sayantika Das" userId="fe4c11d2ef6703d0" providerId="LiveId" clId="{31DB20E5-A13C-4451-BB16-90AF0B0F328E}" dt="2026-10-09T12:56:30.217" v="530" actId="478"/>
          <ac:spMkLst>
            <pc:docMk/>
            <pc:sldMk cId="0" sldId="257"/>
            <ac:spMk id="4" creationId="{00000000-0000-0000-0000-000000000000}"/>
          </ac:spMkLst>
        </pc:spChg>
        <pc:picChg chg="del">
          <ac:chgData name="Sayantika Das" userId="fe4c11d2ef6703d0" providerId="LiveId" clId="{31DB20E5-A13C-4451-BB16-90AF0B0F328E}" dt="2026-10-09T12:53:51.834" v="506" actId="478"/>
          <ac:picMkLst>
            <pc:docMk/>
            <pc:sldMk cId="0" sldId="257"/>
            <ac:picMk id="5" creationId="{00000000-0000-0000-0000-000000000000}"/>
          </ac:picMkLst>
        </pc:picChg>
        <pc:picChg chg="add mod ord">
          <ac:chgData name="Sayantika Das" userId="fe4c11d2ef6703d0" providerId="LiveId" clId="{31DB20E5-A13C-4451-BB16-90AF0B0F328E}" dt="2026-10-09T12:56:28.118" v="529" actId="14100"/>
          <ac:picMkLst>
            <pc:docMk/>
            <pc:sldMk cId="0" sldId="257"/>
            <ac:picMk id="12" creationId="{187C6065-CC38-8B89-1A34-16FE8E5FE01E}"/>
          </ac:picMkLst>
        </pc:picChg>
      </pc:sldChg>
      <pc:sldChg chg="addSp delSp modSp add mod ord">
        <pc:chgData name="Sayantika Das" userId="fe4c11d2ef6703d0" providerId="LiveId" clId="{31DB20E5-A13C-4451-BB16-90AF0B0F328E}" dt="2026-10-09T12:56:43.661" v="535" actId="22"/>
        <pc:sldMkLst>
          <pc:docMk/>
          <pc:sldMk cId="0" sldId="258"/>
        </pc:sldMkLst>
        <pc:spChg chg="del">
          <ac:chgData name="Sayantika Das" userId="fe4c11d2ef6703d0" providerId="LiveId" clId="{31DB20E5-A13C-4451-BB16-90AF0B0F328E}" dt="2026-10-09T12:56:42.549" v="534" actId="478"/>
          <ac:spMkLst>
            <pc:docMk/>
            <pc:sldMk cId="0" sldId="258"/>
            <ac:spMk id="4" creationId="{00000000-0000-0000-0000-000000000000}"/>
          </ac:spMkLst>
        </pc:spChg>
        <pc:spChg chg="mod">
          <ac:chgData name="Sayantika Das" userId="fe4c11d2ef6703d0" providerId="LiveId" clId="{31DB20E5-A13C-4451-BB16-90AF0B0F328E}" dt="2026-10-09T11:44:24.029" v="109"/>
          <ac:spMkLst>
            <pc:docMk/>
            <pc:sldMk cId="0" sldId="258"/>
            <ac:spMk id="6" creationId="{00000000-0000-0000-0000-000000000000}"/>
          </ac:spMkLst>
        </pc:spChg>
        <pc:spChg chg="mod">
          <ac:chgData name="Sayantika Das" userId="fe4c11d2ef6703d0" providerId="LiveId" clId="{31DB20E5-A13C-4451-BB16-90AF0B0F328E}" dt="2026-10-09T11:43:42.879" v="88" actId="6549"/>
          <ac:spMkLst>
            <pc:docMk/>
            <pc:sldMk cId="0" sldId="258"/>
            <ac:spMk id="10" creationId="{00000000-0000-0000-0000-000000000000}"/>
          </ac:spMkLst>
        </pc:spChg>
        <pc:spChg chg="add mod">
          <ac:chgData name="Sayantika Das" userId="fe4c11d2ef6703d0" providerId="LiveId" clId="{31DB20E5-A13C-4451-BB16-90AF0B0F328E}" dt="2026-10-09T11:40:53.116" v="50" actId="1076"/>
          <ac:spMkLst>
            <pc:docMk/>
            <pc:sldMk cId="0" sldId="258"/>
            <ac:spMk id="11" creationId="{7A63F0B8-11D0-54CA-63A0-9A8593C68744}"/>
          </ac:spMkLst>
        </pc:spChg>
        <pc:picChg chg="del">
          <ac:chgData name="Sayantika Das" userId="fe4c11d2ef6703d0" providerId="LiveId" clId="{31DB20E5-A13C-4451-BB16-90AF0B0F328E}" dt="2026-10-09T12:56:41.086" v="533" actId="478"/>
          <ac:picMkLst>
            <pc:docMk/>
            <pc:sldMk cId="0" sldId="258"/>
            <ac:picMk id="5" creationId="{00000000-0000-0000-0000-000000000000}"/>
          </ac:picMkLst>
        </pc:picChg>
        <pc:picChg chg="add del">
          <ac:chgData name="Sayantika Das" userId="fe4c11d2ef6703d0" providerId="LiveId" clId="{31DB20E5-A13C-4451-BB16-90AF0B0F328E}" dt="2026-10-09T12:56:38.950" v="532" actId="22"/>
          <ac:picMkLst>
            <pc:docMk/>
            <pc:sldMk cId="0" sldId="258"/>
            <ac:picMk id="13" creationId="{797BDB1A-A373-A7DC-ABD0-75215BCD069C}"/>
          </ac:picMkLst>
        </pc:picChg>
        <pc:picChg chg="add">
          <ac:chgData name="Sayantika Das" userId="fe4c11d2ef6703d0" providerId="LiveId" clId="{31DB20E5-A13C-4451-BB16-90AF0B0F328E}" dt="2026-10-09T12:56:43.661" v="535" actId="22"/>
          <ac:picMkLst>
            <pc:docMk/>
            <pc:sldMk cId="0" sldId="258"/>
            <ac:picMk id="15" creationId="{77EBF85D-74A7-571A-D8B3-6888FF18D49E}"/>
          </ac:picMkLst>
        </pc:picChg>
      </pc:sldChg>
      <pc:sldChg chg="addSp delSp modSp add mod ord">
        <pc:chgData name="Sayantika Das" userId="fe4c11d2ef6703d0" providerId="LiveId" clId="{31DB20E5-A13C-4451-BB16-90AF0B0F328E}" dt="2026-10-09T12:56:48.568" v="538" actId="22"/>
        <pc:sldMkLst>
          <pc:docMk/>
          <pc:sldMk cId="0" sldId="259"/>
        </pc:sldMkLst>
        <pc:spChg chg="del">
          <ac:chgData name="Sayantika Das" userId="fe4c11d2ef6703d0" providerId="LiveId" clId="{31DB20E5-A13C-4451-BB16-90AF0B0F328E}" dt="2026-10-09T12:56:48.017" v="537" actId="478"/>
          <ac:spMkLst>
            <pc:docMk/>
            <pc:sldMk cId="0" sldId="259"/>
            <ac:spMk id="4" creationId="{00000000-0000-0000-0000-000000000000}"/>
          </ac:spMkLst>
        </pc:spChg>
        <pc:spChg chg="mod">
          <ac:chgData name="Sayantika Das" userId="fe4c11d2ef6703d0" providerId="LiveId" clId="{31DB20E5-A13C-4451-BB16-90AF0B0F328E}" dt="2026-10-09T11:44:28.669" v="110"/>
          <ac:spMkLst>
            <pc:docMk/>
            <pc:sldMk cId="0" sldId="259"/>
            <ac:spMk id="6" creationId="{00000000-0000-0000-0000-000000000000}"/>
          </ac:spMkLst>
        </pc:spChg>
        <pc:spChg chg="mod">
          <ac:chgData name="Sayantika Das" userId="fe4c11d2ef6703d0" providerId="LiveId" clId="{31DB20E5-A13C-4451-BB16-90AF0B0F328E}" dt="2026-10-09T12:30:16.191" v="465" actId="113"/>
          <ac:spMkLst>
            <pc:docMk/>
            <pc:sldMk cId="0" sldId="259"/>
            <ac:spMk id="10" creationId="{00000000-0000-0000-0000-000000000000}"/>
          </ac:spMkLst>
        </pc:spChg>
        <pc:spChg chg="add mod">
          <ac:chgData name="Sayantika Das" userId="fe4c11d2ef6703d0" providerId="LiveId" clId="{31DB20E5-A13C-4451-BB16-90AF0B0F328E}" dt="2026-10-09T11:55:58.586" v="315" actId="1076"/>
          <ac:spMkLst>
            <pc:docMk/>
            <pc:sldMk cId="0" sldId="259"/>
            <ac:spMk id="11" creationId="{8732B47E-CBBE-586B-8B84-B723B534EC92}"/>
          </ac:spMkLst>
        </pc:spChg>
        <pc:picChg chg="del">
          <ac:chgData name="Sayantika Das" userId="fe4c11d2ef6703d0" providerId="LiveId" clId="{31DB20E5-A13C-4451-BB16-90AF0B0F328E}" dt="2026-10-09T12:56:46.947" v="536" actId="478"/>
          <ac:picMkLst>
            <pc:docMk/>
            <pc:sldMk cId="0" sldId="259"/>
            <ac:picMk id="5" creationId="{00000000-0000-0000-0000-000000000000}"/>
          </ac:picMkLst>
        </pc:picChg>
        <pc:picChg chg="add">
          <ac:chgData name="Sayantika Das" userId="fe4c11d2ef6703d0" providerId="LiveId" clId="{31DB20E5-A13C-4451-BB16-90AF0B0F328E}" dt="2026-10-09T12:56:48.568" v="538" actId="22"/>
          <ac:picMkLst>
            <pc:docMk/>
            <pc:sldMk cId="0" sldId="259"/>
            <ac:picMk id="13" creationId="{3193C620-6682-53DA-1812-06E33D2328FD}"/>
          </ac:picMkLst>
        </pc:picChg>
      </pc:sldChg>
      <pc:sldChg chg="addSp delSp modSp add mod ord">
        <pc:chgData name="Sayantika Das" userId="fe4c11d2ef6703d0" providerId="LiveId" clId="{31DB20E5-A13C-4451-BB16-90AF0B0F328E}" dt="2026-10-09T14:57:56.099" v="555"/>
        <pc:sldMkLst>
          <pc:docMk/>
          <pc:sldMk cId="0" sldId="260"/>
        </pc:sldMkLst>
        <pc:spChg chg="del">
          <ac:chgData name="Sayantika Das" userId="fe4c11d2ef6703d0" providerId="LiveId" clId="{31DB20E5-A13C-4451-BB16-90AF0B0F328E}" dt="2026-10-09T12:57:10.065" v="540" actId="478"/>
          <ac:spMkLst>
            <pc:docMk/>
            <pc:sldMk cId="0" sldId="260"/>
            <ac:spMk id="4" creationId="{00000000-0000-0000-0000-000000000000}"/>
          </ac:spMkLst>
        </pc:spChg>
        <pc:spChg chg="add del mod">
          <ac:chgData name="Sayantika Das" userId="fe4c11d2ef6703d0" providerId="LiveId" clId="{31DB20E5-A13C-4451-BB16-90AF0B0F328E}" dt="2026-10-09T14:57:56.099" v="555"/>
          <ac:spMkLst>
            <pc:docMk/>
            <pc:sldMk cId="0" sldId="260"/>
            <ac:spMk id="4" creationId="{DAFFCEAA-D40A-4078-2DA6-A51D74539E22}"/>
          </ac:spMkLst>
        </pc:spChg>
        <pc:spChg chg="mod">
          <ac:chgData name="Sayantika Das" userId="fe4c11d2ef6703d0" providerId="LiveId" clId="{31DB20E5-A13C-4451-BB16-90AF0B0F328E}" dt="2026-10-09T11:44:46.758" v="126" actId="20577"/>
          <ac:spMkLst>
            <pc:docMk/>
            <pc:sldMk cId="0" sldId="260"/>
            <ac:spMk id="6" creationId="{00000000-0000-0000-0000-000000000000}"/>
          </ac:spMkLst>
        </pc:spChg>
        <pc:spChg chg="mod">
          <ac:chgData name="Sayantika Das" userId="fe4c11d2ef6703d0" providerId="LiveId" clId="{31DB20E5-A13C-4451-BB16-90AF0B0F328E}" dt="2026-10-09T12:36:34.730" v="503" actId="14100"/>
          <ac:spMkLst>
            <pc:docMk/>
            <pc:sldMk cId="0" sldId="260"/>
            <ac:spMk id="10" creationId="{00000000-0000-0000-0000-000000000000}"/>
          </ac:spMkLst>
        </pc:spChg>
        <pc:spChg chg="add mod">
          <ac:chgData name="Sayantika Das" userId="fe4c11d2ef6703d0" providerId="LiveId" clId="{31DB20E5-A13C-4451-BB16-90AF0B0F328E}" dt="2026-10-09T12:01:06.938" v="326"/>
          <ac:spMkLst>
            <pc:docMk/>
            <pc:sldMk cId="0" sldId="260"/>
            <ac:spMk id="11" creationId="{0B76836D-7F9C-B597-7718-9412171B5822}"/>
          </ac:spMkLst>
        </pc:spChg>
        <pc:picChg chg="del">
          <ac:chgData name="Sayantika Das" userId="fe4c11d2ef6703d0" providerId="LiveId" clId="{31DB20E5-A13C-4451-BB16-90AF0B0F328E}" dt="2026-10-09T12:57:08.808" v="539" actId="478"/>
          <ac:picMkLst>
            <pc:docMk/>
            <pc:sldMk cId="0" sldId="260"/>
            <ac:picMk id="5" creationId="{00000000-0000-0000-0000-000000000000}"/>
          </ac:picMkLst>
        </pc:picChg>
        <pc:picChg chg="add">
          <ac:chgData name="Sayantika Das" userId="fe4c11d2ef6703d0" providerId="LiveId" clId="{31DB20E5-A13C-4451-BB16-90AF0B0F328E}" dt="2026-10-09T12:57:10.483" v="541" actId="22"/>
          <ac:picMkLst>
            <pc:docMk/>
            <pc:sldMk cId="0" sldId="260"/>
            <ac:picMk id="13" creationId="{6FEA5AA8-C6C1-2D0C-F6B9-9589AE065F99}"/>
          </ac:picMkLst>
        </pc:picChg>
      </pc:sldChg>
      <pc:sldChg chg="addSp delSp modSp mod">
        <pc:chgData name="Sayantika Das" userId="fe4c11d2ef6703d0" providerId="LiveId" clId="{31DB20E5-A13C-4451-BB16-90AF0B0F328E}" dt="2026-10-09T12:57:15.436" v="544" actId="22"/>
        <pc:sldMkLst>
          <pc:docMk/>
          <pc:sldMk cId="0" sldId="261"/>
        </pc:sldMkLst>
        <pc:spChg chg="del">
          <ac:chgData name="Sayantika Das" userId="fe4c11d2ef6703d0" providerId="LiveId" clId="{31DB20E5-A13C-4451-BB16-90AF0B0F328E}" dt="2026-10-09T12:57:14.712" v="543" actId="478"/>
          <ac:spMkLst>
            <pc:docMk/>
            <pc:sldMk cId="0" sldId="261"/>
            <ac:spMk id="4" creationId="{00000000-0000-0000-0000-000000000000}"/>
          </ac:spMkLst>
        </pc:spChg>
        <pc:spChg chg="mod">
          <ac:chgData name="Sayantika Das" userId="fe4c11d2ef6703d0" providerId="LiveId" clId="{31DB20E5-A13C-4451-BB16-90AF0B0F328E}" dt="2026-10-09T11:45:33.056" v="159" actId="20577"/>
          <ac:spMkLst>
            <pc:docMk/>
            <pc:sldMk cId="0" sldId="261"/>
            <ac:spMk id="6" creationId="{00000000-0000-0000-0000-000000000000}"/>
          </ac:spMkLst>
        </pc:spChg>
        <pc:spChg chg="mod">
          <ac:chgData name="Sayantika Das" userId="fe4c11d2ef6703d0" providerId="LiveId" clId="{31DB20E5-A13C-4451-BB16-90AF0B0F328E}" dt="2026-10-09T11:53:39.150" v="313" actId="14100"/>
          <ac:spMkLst>
            <pc:docMk/>
            <pc:sldMk cId="0" sldId="261"/>
            <ac:spMk id="10" creationId="{00000000-0000-0000-0000-000000000000}"/>
          </ac:spMkLst>
        </pc:spChg>
        <pc:picChg chg="del">
          <ac:chgData name="Sayantika Das" userId="fe4c11d2ef6703d0" providerId="LiveId" clId="{31DB20E5-A13C-4451-BB16-90AF0B0F328E}" dt="2026-10-09T12:57:13.618" v="542" actId="478"/>
          <ac:picMkLst>
            <pc:docMk/>
            <pc:sldMk cId="0" sldId="261"/>
            <ac:picMk id="5" creationId="{00000000-0000-0000-0000-000000000000}"/>
          </ac:picMkLst>
        </pc:picChg>
        <pc:picChg chg="add">
          <ac:chgData name="Sayantika Das" userId="fe4c11d2ef6703d0" providerId="LiveId" clId="{31DB20E5-A13C-4451-BB16-90AF0B0F328E}" dt="2026-10-09T12:57:15.436" v="544" actId="22"/>
          <ac:picMkLst>
            <pc:docMk/>
            <pc:sldMk cId="0" sldId="261"/>
            <ac:picMk id="12" creationId="{F2CF66FD-FA09-E9DD-739A-90E702501AFD}"/>
          </ac:picMkLst>
        </pc:picChg>
      </pc:sldChg>
      <pc:sldChg chg="addSp delSp modSp mod">
        <pc:chgData name="Sayantika Das" userId="fe4c11d2ef6703d0" providerId="LiveId" clId="{31DB20E5-A13C-4451-BB16-90AF0B0F328E}" dt="2026-10-09T12:57:48.233" v="547" actId="22"/>
        <pc:sldMkLst>
          <pc:docMk/>
          <pc:sldMk cId="0" sldId="262"/>
        </pc:sldMkLst>
        <pc:spChg chg="del">
          <ac:chgData name="Sayantika Das" userId="fe4c11d2ef6703d0" providerId="LiveId" clId="{31DB20E5-A13C-4451-BB16-90AF0B0F328E}" dt="2026-10-09T12:57:47.802" v="546" actId="478"/>
          <ac:spMkLst>
            <pc:docMk/>
            <pc:sldMk cId="0" sldId="262"/>
            <ac:spMk id="4" creationId="{00000000-0000-0000-0000-000000000000}"/>
          </ac:spMkLst>
        </pc:spChg>
        <pc:spChg chg="mod">
          <ac:chgData name="Sayantika Das" userId="fe4c11d2ef6703d0" providerId="LiveId" clId="{31DB20E5-A13C-4451-BB16-90AF0B0F328E}" dt="2026-10-09T11:45:44.050" v="171" actId="20577"/>
          <ac:spMkLst>
            <pc:docMk/>
            <pc:sldMk cId="0" sldId="262"/>
            <ac:spMk id="6" creationId="{00000000-0000-0000-0000-000000000000}"/>
          </ac:spMkLst>
        </pc:spChg>
        <pc:spChg chg="mod">
          <ac:chgData name="Sayantika Das" userId="fe4c11d2ef6703d0" providerId="LiveId" clId="{31DB20E5-A13C-4451-BB16-90AF0B0F328E}" dt="2026-10-09T11:52:21.116" v="312" actId="114"/>
          <ac:spMkLst>
            <pc:docMk/>
            <pc:sldMk cId="0" sldId="262"/>
            <ac:spMk id="10" creationId="{00000000-0000-0000-0000-000000000000}"/>
          </ac:spMkLst>
        </pc:spChg>
        <pc:picChg chg="del">
          <ac:chgData name="Sayantika Das" userId="fe4c11d2ef6703d0" providerId="LiveId" clId="{31DB20E5-A13C-4451-BB16-90AF0B0F328E}" dt="2026-10-09T12:57:46.787" v="545" actId="478"/>
          <ac:picMkLst>
            <pc:docMk/>
            <pc:sldMk cId="0" sldId="262"/>
            <ac:picMk id="5" creationId="{00000000-0000-0000-0000-000000000000}"/>
          </ac:picMkLst>
        </pc:picChg>
        <pc:picChg chg="add">
          <ac:chgData name="Sayantika Das" userId="fe4c11d2ef6703d0" providerId="LiveId" clId="{31DB20E5-A13C-4451-BB16-90AF0B0F328E}" dt="2026-10-09T12:57:48.233" v="547" actId="22"/>
          <ac:picMkLst>
            <pc:docMk/>
            <pc:sldMk cId="0" sldId="262"/>
            <ac:picMk id="12" creationId="{DA73591D-AE6C-783C-CAD4-2FE054DDA2AA}"/>
          </ac:picMkLst>
        </pc:picChg>
      </pc:sldChg>
      <pc:sldChg chg="addSp delSp modSp mod">
        <pc:chgData name="Sayantika Das" userId="fe4c11d2ef6703d0" providerId="LiveId" clId="{31DB20E5-A13C-4451-BB16-90AF0B0F328E}" dt="2026-10-09T12:57:52.614" v="550" actId="22"/>
        <pc:sldMkLst>
          <pc:docMk/>
          <pc:sldMk cId="0" sldId="263"/>
        </pc:sldMkLst>
        <pc:spChg chg="del">
          <ac:chgData name="Sayantika Das" userId="fe4c11d2ef6703d0" providerId="LiveId" clId="{31DB20E5-A13C-4451-BB16-90AF0B0F328E}" dt="2026-10-09T12:57:52.024" v="549" actId="478"/>
          <ac:spMkLst>
            <pc:docMk/>
            <pc:sldMk cId="0" sldId="263"/>
            <ac:spMk id="4" creationId="{00000000-0000-0000-0000-000000000000}"/>
          </ac:spMkLst>
        </pc:spChg>
        <pc:spChg chg="mod">
          <ac:chgData name="Sayantika Das" userId="fe4c11d2ef6703d0" providerId="LiveId" clId="{31DB20E5-A13C-4451-BB16-90AF0B0F328E}" dt="2026-10-09T11:45:57.012" v="192" actId="20577"/>
          <ac:spMkLst>
            <pc:docMk/>
            <pc:sldMk cId="0" sldId="263"/>
            <ac:spMk id="6" creationId="{00000000-0000-0000-0000-000000000000}"/>
          </ac:spMkLst>
        </pc:spChg>
        <pc:spChg chg="mod">
          <ac:chgData name="Sayantika Das" userId="fe4c11d2ef6703d0" providerId="LiveId" clId="{31DB20E5-A13C-4451-BB16-90AF0B0F328E}" dt="2026-10-09T11:47:33.822" v="201" actId="14100"/>
          <ac:spMkLst>
            <pc:docMk/>
            <pc:sldMk cId="0" sldId="263"/>
            <ac:spMk id="10" creationId="{00000000-0000-0000-0000-000000000000}"/>
          </ac:spMkLst>
        </pc:spChg>
        <pc:picChg chg="del">
          <ac:chgData name="Sayantika Das" userId="fe4c11d2ef6703d0" providerId="LiveId" clId="{31DB20E5-A13C-4451-BB16-90AF0B0F328E}" dt="2026-10-09T12:57:51.347" v="548" actId="478"/>
          <ac:picMkLst>
            <pc:docMk/>
            <pc:sldMk cId="0" sldId="263"/>
            <ac:picMk id="5" creationId="{00000000-0000-0000-0000-000000000000}"/>
          </ac:picMkLst>
        </pc:picChg>
        <pc:picChg chg="add">
          <ac:chgData name="Sayantika Das" userId="fe4c11d2ef6703d0" providerId="LiveId" clId="{31DB20E5-A13C-4451-BB16-90AF0B0F328E}" dt="2026-10-09T12:57:52.614" v="550" actId="22"/>
          <ac:picMkLst>
            <pc:docMk/>
            <pc:sldMk cId="0" sldId="263"/>
            <ac:picMk id="12" creationId="{D7F2F0B1-E4DC-67ED-9623-DD15DB80E6CE}"/>
          </ac:picMkLst>
        </pc:picChg>
      </pc:sldChg>
      <pc:sldChg chg="add del ord">
        <pc:chgData name="Sayantika Das" userId="fe4c11d2ef6703d0" providerId="LiveId" clId="{31DB20E5-A13C-4451-BB16-90AF0B0F328E}" dt="2026-10-09T11:33:27.186" v="9"/>
        <pc:sldMkLst>
          <pc:docMk/>
          <pc:sldMk cId="0" sldId="264"/>
        </pc:sldMkLst>
      </pc:sldChg>
      <pc:sldChg chg="new del">
        <pc:chgData name="Sayantika Das" userId="fe4c11d2ef6703d0" providerId="LiveId" clId="{31DB20E5-A13C-4451-BB16-90AF0B0F328E}" dt="2026-10-09T11:27:16.700" v="2" actId="47"/>
        <pc:sldMkLst>
          <pc:docMk/>
          <pc:sldMk cId="4108027890" sldId="264"/>
        </pc:sldMkLst>
      </pc:sldChg>
      <pc:sldChg chg="add del ord">
        <pc:chgData name="Sayantika Das" userId="fe4c11d2ef6703d0" providerId="LiveId" clId="{31DB20E5-A13C-4451-BB16-90AF0B0F328E}" dt="2026-10-09T11:33:27.186" v="9"/>
        <pc:sldMkLst>
          <pc:docMk/>
          <pc:sldMk cId="0" sldId="265"/>
        </pc:sldMkLst>
      </pc:sldChg>
      <pc:sldChg chg="add del ord">
        <pc:chgData name="Sayantika Das" userId="fe4c11d2ef6703d0" providerId="LiveId" clId="{31DB20E5-A13C-4451-BB16-90AF0B0F328E}" dt="2026-10-09T11:33:27.186" v="9"/>
        <pc:sldMkLst>
          <pc:docMk/>
          <pc:sldMk cId="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1679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3574728"/>
            <a:ext cx="11403874" cy="3026093"/>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CODEWAVE</a:t>
            </a:r>
            <a:endParaRPr lang="en-US" sz="1800" dirty="0"/>
          </a:p>
          <a:p>
            <a:pPr marL="279400" indent="-279400">
              <a:spcAft>
                <a:spcPts val="1400"/>
              </a:spcAft>
              <a:buClr>
                <a:schemeClr val="accent3"/>
              </a:buClr>
              <a:buSzPct val="100000"/>
              <a:buChar char="•"/>
            </a:pPr>
            <a:r>
              <a:rPr lang="en-US" sz="1800" dirty="0">
                <a:solidFill>
                  <a:schemeClr val="bg1"/>
                </a:solidFill>
              </a:rPr>
              <a:t>Team Members –  Sayantika Das - CB.SC.U4CSE26353</a:t>
            </a:r>
          </a:p>
          <a:p>
            <a:pPr>
              <a:spcAft>
                <a:spcPts val="1400"/>
              </a:spcAft>
              <a:buClr>
                <a:schemeClr val="accent3"/>
              </a:buClr>
              <a:buSzPct val="100000"/>
            </a:pPr>
            <a:r>
              <a:rPr lang="en-US" dirty="0">
                <a:solidFill>
                  <a:schemeClr val="bg1"/>
                </a:solidFill>
              </a:rPr>
              <a:t>                                      Seevaanee E - CB.SC.U4CSE26452</a:t>
            </a:r>
          </a:p>
          <a:p>
            <a:pPr>
              <a:spcAft>
                <a:spcPts val="1400"/>
              </a:spcAft>
              <a:buClr>
                <a:schemeClr val="accent3"/>
              </a:buClr>
              <a:buSzPct val="100000"/>
            </a:pPr>
            <a:r>
              <a:rPr lang="en-US" sz="1800" dirty="0">
                <a:solidFill>
                  <a:schemeClr val="bg1"/>
                </a:solidFill>
              </a:rPr>
              <a:t>                                      </a:t>
            </a:r>
            <a:r>
              <a:rPr lang="en-US" dirty="0">
                <a:solidFill>
                  <a:schemeClr val="bg1"/>
                </a:solidFill>
              </a:rPr>
              <a:t>Himani K  -  CB.SC.U4CSE26326</a:t>
            </a:r>
          </a:p>
          <a:p>
            <a:pPr>
              <a:spcAft>
                <a:spcPts val="1400"/>
              </a:spcAft>
              <a:buClr>
                <a:schemeClr val="accent3"/>
              </a:buClr>
              <a:buSzPct val="100000"/>
            </a:pPr>
            <a:r>
              <a:rPr lang="en-US" dirty="0">
                <a:solidFill>
                  <a:schemeClr val="bg1"/>
                </a:solidFill>
              </a:rPr>
              <a:t>                                      </a:t>
            </a:r>
            <a:r>
              <a:rPr lang="en-US" dirty="0" err="1">
                <a:solidFill>
                  <a:schemeClr val="bg1"/>
                </a:solidFill>
              </a:rPr>
              <a:t>Debangshi</a:t>
            </a:r>
            <a:r>
              <a:rPr lang="en-US" dirty="0">
                <a:solidFill>
                  <a:schemeClr val="bg1"/>
                </a:solidFill>
              </a:rPr>
              <a:t> Bhattacharya  - CB.EN.U4CCE26004     </a:t>
            </a:r>
            <a:endParaRPr lang="en-US" sz="1800" dirty="0"/>
          </a:p>
          <a:p>
            <a:pPr marL="279400" indent="-279400">
              <a:spcAft>
                <a:spcPts val="1400"/>
              </a:spcAft>
              <a:buClr>
                <a:schemeClr val="accent3"/>
              </a:buClr>
              <a:buSzPct val="100000"/>
              <a:buChar char="•"/>
            </a:pPr>
            <a:r>
              <a:rPr lang="en-US" sz="1800" dirty="0">
                <a:solidFill>
                  <a:schemeClr val="bg1"/>
                </a:solidFill>
              </a:rPr>
              <a:t>Selected Domain –  </a:t>
            </a:r>
            <a:r>
              <a:rPr lang="en-US" dirty="0">
                <a:solidFill>
                  <a:schemeClr val="bg1"/>
                </a:solidFill>
              </a:rPr>
              <a:t>INTELLIGENT SYSTEMS AND DIGITAL FUTURES</a:t>
            </a:r>
            <a:endParaRPr lang="en-US" sz="1800" dirty="0"/>
          </a:p>
          <a:p>
            <a:pPr marL="279400" indent="-279400">
              <a:spcAft>
                <a:spcPts val="1400"/>
              </a:spcAft>
              <a:buClr>
                <a:schemeClr val="accent3"/>
              </a:buClr>
              <a:buSzPct val="100000"/>
              <a:buChar char="•"/>
            </a:pPr>
            <a:r>
              <a:rPr lang="en-US" sz="1800" dirty="0">
                <a:solidFill>
                  <a:schemeClr val="bg1"/>
                </a:solidFill>
              </a:rPr>
              <a:t>Problem Statement –  How can we prevent AI assistance from becoming cognitive dependency?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pic>
        <p:nvPicPr>
          <p:cNvPr id="12" name="Picture 11">
            <a:extLst>
              <a:ext uri="{FF2B5EF4-FFF2-40B4-BE49-F238E27FC236}">
                <a16:creationId xmlns:a16="http://schemas.microsoft.com/office/drawing/2014/main" id="{187C6065-CC38-8B89-1A34-16FE8E5FE01E}"/>
              </a:ext>
            </a:extLst>
          </p:cNvPr>
          <p:cNvPicPr>
            <a:picLocks noChangeAspect="1"/>
          </p:cNvPicPr>
          <p:nvPr/>
        </p:nvPicPr>
        <p:blipFill>
          <a:blip r:embed="rId3"/>
          <a:stretch>
            <a:fillRect/>
          </a:stretch>
        </p:blipFill>
        <p:spPr>
          <a:xfrm>
            <a:off x="640079" y="458580"/>
            <a:ext cx="548641" cy="548641"/>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CODEWAVE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603504" y="2125831"/>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endParaRPr lang="en-US" dirty="0"/>
          </a:p>
          <a:p>
            <a:pPr>
              <a:spcAft>
                <a:spcPts val="1000"/>
              </a:spcAft>
              <a:buClr>
                <a:schemeClr val="accent1"/>
              </a:buClr>
              <a:buSzPct val="100000"/>
            </a:pPr>
            <a:r>
              <a:rPr lang="en-US" sz="1800" dirty="0"/>
              <a:t>           AI</a:t>
            </a:r>
            <a:r>
              <a:rPr lang="en-US" dirty="0"/>
              <a:t> is increasingly performing tasks like reasoning, recalling, writing and problem-solving for us. This can appear like a positive approach in the fast-running world, But this over-reliance may gradually reduce the need to exercise these cognitive skills ourselves. To be precise, we are moving from building machines to machines building us.</a:t>
            </a:r>
            <a:endParaRPr lang="en-US" sz="1800" dirty="0"/>
          </a:p>
          <a:p>
            <a:pPr marL="279400" indent="-279400">
              <a:spcAft>
                <a:spcPts val="1000"/>
              </a:spcAft>
              <a:buClr>
                <a:schemeClr val="accent1"/>
              </a:buClr>
              <a:buSzPct val="100000"/>
              <a:buChar char="•"/>
            </a:pPr>
            <a:r>
              <a:rPr lang="en-US" sz="1800" dirty="0">
                <a:solidFill>
                  <a:schemeClr val="tx1"/>
                </a:solidFill>
              </a:rPr>
              <a:t>Why is it important right now?</a:t>
            </a:r>
          </a:p>
          <a:p>
            <a:pPr>
              <a:spcAft>
                <a:spcPts val="1000"/>
              </a:spcAft>
              <a:buClr>
                <a:schemeClr val="accent1"/>
              </a:buClr>
              <a:buSzPct val="100000"/>
            </a:pPr>
            <a:r>
              <a:rPr lang="en-US" dirty="0"/>
              <a:t>          AI is easily accessible even by a kid, which ultimately depletes the cognition of a young mind. AI was basically introduced to save time. Now the </a:t>
            </a:r>
            <a:r>
              <a:rPr lang="en-IN" dirty="0"/>
              <a:t>students and professionals increasingly use AI to </a:t>
            </a:r>
            <a:r>
              <a:rPr lang="en-IN" b="1" dirty="0"/>
              <a:t>write, solve, research, code and make decisions</a:t>
            </a:r>
            <a:r>
              <a:rPr lang="en-IN" dirty="0"/>
              <a:t>. The more often a task is delegated, the less opportunity we get to </a:t>
            </a:r>
            <a:r>
              <a:rPr lang="en-IN" b="1" dirty="0"/>
              <a:t>practice that cognitive skill independently.</a:t>
            </a:r>
            <a:r>
              <a:rPr lang="en-IN" dirty="0"/>
              <a:t> As AI becomes more capable, the risk isn't simply </a:t>
            </a:r>
            <a:r>
              <a:rPr lang="en-IN" i="1" dirty="0"/>
              <a:t>“AI replacing humans”</a:t>
            </a:r>
            <a:r>
              <a:rPr lang="en-IN" dirty="0"/>
              <a:t>—it could be </a:t>
            </a:r>
            <a:r>
              <a:rPr lang="en-IN" b="1" dirty="0"/>
              <a:t>humans gradually losing the ability or habit to think without AI</a:t>
            </a:r>
            <a:r>
              <a:rPr lang="en-IN" dirty="0"/>
              <a:t>.</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CODEWAVE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endParaRPr/>
          </a:p>
        </p:txBody>
      </p:sp>
      <p:sp>
        <p:nvSpPr>
          <p:cNvPr id="10" name="Prompts"/>
          <p:cNvSpPr txBox="1"/>
          <p:nvPr/>
        </p:nvSpPr>
        <p:spPr>
          <a:xfrm>
            <a:off x="868680" y="1980589"/>
            <a:ext cx="10424160" cy="4205525"/>
          </a:xfrm>
          <a:prstGeom prst="rect">
            <a:avLst/>
          </a:prstGeom>
          <a:noFill/>
          <a:ln/>
        </p:spPr>
        <p:txBody>
          <a:bodyPr wrap="square" lIns="0" tIns="0" rIns="0" bIns="0" rtlCol="0" anchor="t"/>
          <a:lstStyle/>
          <a:p>
            <a:pPr>
              <a:spcAft>
                <a:spcPts val="1000"/>
              </a:spcAft>
              <a:buClr>
                <a:schemeClr val="accent1"/>
              </a:buClr>
              <a:buSzPct val="100000"/>
            </a:pPr>
            <a:r>
              <a:rPr b="1" dirty="0"/>
              <a:t>PRIMARY USERS</a:t>
            </a:r>
            <a:endParaRPr lang="en-US" b="1" dirty="0"/>
          </a:p>
          <a:p>
            <a:pPr marL="285750" indent="-285750">
              <a:spcAft>
                <a:spcPts val="1000"/>
              </a:spcAft>
              <a:buClr>
                <a:schemeClr val="accent1"/>
              </a:buClr>
              <a:buSzPct val="123000"/>
              <a:buFont typeface="Arial" panose="020B0604020202020204" pitchFamily="34" charset="0"/>
              <a:buChar char="•"/>
            </a:pPr>
            <a:r>
              <a:rPr dirty="0"/>
              <a:t>Learners who regularly use generative AI to study, </a:t>
            </a:r>
            <a:r>
              <a:rPr dirty="0" err="1"/>
              <a:t>practise</a:t>
            </a:r>
            <a:r>
              <a:rPr dirty="0"/>
              <a:t>, solve problems, code, write or research.</a:t>
            </a:r>
            <a:endParaRPr lang="en-US" dirty="0"/>
          </a:p>
          <a:p>
            <a:pPr>
              <a:spcAft>
                <a:spcPts val="1000"/>
              </a:spcAft>
              <a:buClr>
                <a:schemeClr val="accent1">
                  <a:lumMod val="75000"/>
                </a:schemeClr>
              </a:buClr>
            </a:pPr>
            <a:r>
              <a:rPr b="1" dirty="0"/>
              <a:t>SECONDARY STAKEHOLDERS</a:t>
            </a:r>
            <a:endParaRPr lang="en-US" b="1" dirty="0"/>
          </a:p>
          <a:p>
            <a:pPr marL="285750" indent="-285750">
              <a:spcAft>
                <a:spcPts val="1000"/>
              </a:spcAft>
              <a:buClr>
                <a:schemeClr val="accent1"/>
              </a:buClr>
              <a:buSzPct val="124000"/>
              <a:buFont typeface="Arial" panose="020B0604020202020204" pitchFamily="34" charset="0"/>
              <a:buChar char="•"/>
            </a:pPr>
            <a:r>
              <a:rPr dirty="0"/>
              <a:t>Educators </a:t>
            </a:r>
            <a:endParaRPr lang="en-US" dirty="0"/>
          </a:p>
          <a:p>
            <a:pPr marL="285750" indent="-285750">
              <a:spcAft>
                <a:spcPts val="1000"/>
              </a:spcAft>
              <a:buClr>
                <a:schemeClr val="accent1"/>
              </a:buClr>
              <a:buSzPct val="124000"/>
              <a:buFont typeface="Arial" panose="020B0604020202020204" pitchFamily="34" charset="0"/>
              <a:buChar char="•"/>
            </a:pPr>
            <a:r>
              <a:rPr dirty="0"/>
              <a:t>Institutions </a:t>
            </a:r>
            <a:endParaRPr lang="en-US" dirty="0"/>
          </a:p>
          <a:p>
            <a:pPr marL="285750" indent="-285750">
              <a:spcAft>
                <a:spcPts val="1000"/>
              </a:spcAft>
              <a:buClr>
                <a:schemeClr val="accent1"/>
              </a:buClr>
              <a:buSzPct val="124000"/>
              <a:buFont typeface="Arial" panose="020B0604020202020204" pitchFamily="34" charset="0"/>
              <a:buChar char="•"/>
            </a:pPr>
            <a:r>
              <a:rPr dirty="0"/>
              <a:t>Parents / Mentors</a:t>
            </a:r>
            <a:endParaRPr lang="en-IN" dirty="0"/>
          </a:p>
          <a:p>
            <a:pPr>
              <a:spcAft>
                <a:spcPts val="1000"/>
              </a:spcAft>
              <a:buClr>
                <a:schemeClr val="accent1"/>
              </a:buClr>
              <a:buSzPct val="124000"/>
            </a:pPr>
            <a:r>
              <a:rPr lang="en-IN" b="1" dirty="0"/>
              <a:t>WHO BENEFITS? </a:t>
            </a:r>
            <a:endParaRPr lang="en-US" b="1" dirty="0"/>
          </a:p>
          <a:p>
            <a:pPr marL="285750" indent="-285750">
              <a:spcAft>
                <a:spcPts val="1000"/>
              </a:spcAft>
              <a:buClr>
                <a:schemeClr val="accent1"/>
              </a:buClr>
              <a:buSzPct val="124000"/>
              <a:buFont typeface="Arial" panose="020B0604020202020204" pitchFamily="34" charset="0"/>
              <a:buChar char="•"/>
            </a:pPr>
            <a:r>
              <a:rPr dirty="0"/>
              <a:t>Learners → stronger independent reasoning
Educators → clearer evidence of genuine learning
Institutions → more responsible AI-assisted learning</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
        <p:nvSpPr>
          <p:cNvPr id="11" name="Lead Text">
            <a:extLst>
              <a:ext uri="{FF2B5EF4-FFF2-40B4-BE49-F238E27FC236}">
                <a16:creationId xmlns:a16="http://schemas.microsoft.com/office/drawing/2014/main" id="{7A63F0B8-11D0-54CA-63A0-9A8593C68744}"/>
              </a:ext>
            </a:extLst>
          </p:cNvPr>
          <p:cNvSpPr txBox="1"/>
          <p:nvPr/>
        </p:nvSpPr>
        <p:spPr>
          <a:xfrm>
            <a:off x="1170432" y="1417320"/>
            <a:ext cx="9601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800" b="1" dirty="0">
                <a:solidFill>
                  <a:schemeClr val="accent2"/>
                </a:solidFill>
              </a:rPr>
              <a:t>Target users, stakeholders, beneficiaries</a:t>
            </a:r>
            <a:endParaRPr lang="en-US" sz="1800" dirty="0"/>
          </a:p>
        </p:txBody>
      </p:sp>
      <p:pic>
        <p:nvPicPr>
          <p:cNvPr id="15" name="Picture 14">
            <a:extLst>
              <a:ext uri="{FF2B5EF4-FFF2-40B4-BE49-F238E27FC236}">
                <a16:creationId xmlns:a16="http://schemas.microsoft.com/office/drawing/2014/main" id="{77EBF85D-74A7-571A-D8B3-6888FF18D49E}"/>
              </a:ext>
            </a:extLst>
          </p:cNvPr>
          <p:cNvPicPr>
            <a:picLocks noChangeAspect="1"/>
          </p:cNvPicPr>
          <p:nvPr/>
        </p:nvPicPr>
        <p:blipFill>
          <a:blip r:embed="rId4"/>
          <a:stretch>
            <a:fillRect/>
          </a:stretch>
        </p:blipFill>
        <p:spPr>
          <a:xfrm>
            <a:off x="640079" y="458580"/>
            <a:ext cx="548641" cy="5486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CODEWAVE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endParaRPr/>
          </a:p>
        </p:txBody>
      </p:sp>
      <p:sp>
        <p:nvSpPr>
          <p:cNvPr id="10" name="Prompts"/>
          <p:cNvSpPr txBox="1"/>
          <p:nvPr/>
        </p:nvSpPr>
        <p:spPr>
          <a:xfrm>
            <a:off x="868680" y="1965961"/>
            <a:ext cx="10424160" cy="4021372"/>
          </a:xfrm>
          <a:prstGeom prst="rect">
            <a:avLst/>
          </a:prstGeom>
          <a:noFill/>
          <a:ln/>
        </p:spPr>
        <p:txBody>
          <a:bodyPr wrap="square" lIns="0" tIns="0" rIns="0" bIns="0" rtlCol="0" anchor="t"/>
          <a:lstStyle/>
          <a:p>
            <a:pPr>
              <a:spcAft>
                <a:spcPts val="1000"/>
              </a:spcAft>
              <a:buClr>
                <a:schemeClr val="accent1"/>
              </a:buClr>
              <a:buSzPct val="100000"/>
            </a:pPr>
            <a:r>
              <a:rPr lang="en-US" b="1" dirty="0"/>
              <a:t>T</a:t>
            </a:r>
            <a:r>
              <a:rPr b="1" dirty="0"/>
              <a:t>ODAY'S AI-ASSISTED LEARNING LOOP</a:t>
            </a:r>
            <a:r>
              <a:rPr sz="1600" b="1" dirty="0"/>
              <a:t>
</a:t>
            </a:r>
            <a:r>
              <a:rPr lang="en-US" sz="1400" dirty="0"/>
              <a:t>Task / problem </a:t>
            </a:r>
            <a:r>
              <a:rPr lang="en-US" sz="1400" b="1" dirty="0"/>
              <a:t>→</a:t>
            </a:r>
            <a:r>
              <a:rPr lang="en-US" sz="1400" dirty="0"/>
              <a:t> Learner gets stuck </a:t>
            </a:r>
            <a:r>
              <a:rPr lang="en-US" sz="1400" b="1" dirty="0"/>
              <a:t>→</a:t>
            </a:r>
            <a:r>
              <a:rPr lang="en-US" sz="1400" dirty="0"/>
              <a:t> AI is prompted </a:t>
            </a:r>
            <a:r>
              <a:rPr lang="en-US" sz="1400" b="1" dirty="0"/>
              <a:t>→</a:t>
            </a:r>
            <a:r>
              <a:rPr lang="en-US" sz="1400" dirty="0"/>
              <a:t> AI generates an answer or solution </a:t>
            </a:r>
            <a:r>
              <a:rPr lang="en-US" sz="1400" b="1" dirty="0"/>
              <a:t>→</a:t>
            </a:r>
            <a:r>
              <a:rPr lang="en-US" sz="1400" dirty="0"/>
              <a:t> Learner accepts / adapts it </a:t>
            </a:r>
            <a:r>
              <a:rPr lang="en-US" sz="1400" b="1" dirty="0"/>
              <a:t>→</a:t>
            </a:r>
            <a:r>
              <a:rPr lang="en-US" sz="1400" dirty="0"/>
              <a:t> Task is completed</a:t>
            </a:r>
          </a:p>
          <a:p>
            <a:pPr>
              <a:spcAft>
                <a:spcPts val="1000"/>
              </a:spcAft>
              <a:buClr>
                <a:schemeClr val="accent1"/>
              </a:buClr>
              <a:buSzPct val="100000"/>
            </a:pPr>
            <a:r>
              <a:rPr lang="en-IN" dirty="0"/>
              <a:t>Learners increasingly use AI to solve problems, write, code and understand concepts. While AI improves convenience, it can also replace independent thinking.</a:t>
            </a:r>
            <a:endParaRPr lang="en-US" dirty="0"/>
          </a:p>
          <a:p>
            <a:r>
              <a:rPr lang="en-US" b="1" dirty="0">
                <a:solidFill>
                  <a:schemeClr val="tx2"/>
                </a:solidFill>
              </a:rPr>
              <a:t>RELEVANT FACTS</a:t>
            </a:r>
          </a:p>
          <a:p>
            <a:pPr marL="285750" lvl="0" indent="-285750">
              <a:buClr>
                <a:schemeClr val="accent1"/>
              </a:buClr>
              <a:buSzPct val="123000"/>
              <a:buFont typeface="Arial" panose="020B0604020202020204" pitchFamily="34" charset="0"/>
              <a:buChar char="•"/>
            </a:pPr>
            <a:r>
              <a:rPr lang="en-IN" dirty="0"/>
              <a:t>AI can support learning when used with proper guidance.</a:t>
            </a:r>
          </a:p>
          <a:p>
            <a:pPr marL="285750" lvl="0" indent="-285750">
              <a:buClr>
                <a:schemeClr val="accent1"/>
              </a:buClr>
              <a:buSzPct val="123000"/>
              <a:buFont typeface="Arial" panose="020B0604020202020204" pitchFamily="34" charset="0"/>
              <a:buChar char="•"/>
            </a:pPr>
            <a:r>
              <a:rPr lang="en-IN" dirty="0"/>
              <a:t>Unstructured use may encourage cognitive offloading.</a:t>
            </a:r>
          </a:p>
          <a:p>
            <a:pPr marL="285750" lvl="0" indent="-285750">
              <a:buClr>
                <a:schemeClr val="accent1"/>
              </a:buClr>
              <a:buSzPct val="123000"/>
              <a:buFont typeface="Arial" panose="020B0604020202020204" pitchFamily="34" charset="0"/>
              <a:buChar char="•"/>
            </a:pPr>
            <a:r>
              <a:rPr lang="en-IN" dirty="0"/>
              <a:t>Correct answers do not necessarily indicate genuine understanding.</a:t>
            </a:r>
          </a:p>
          <a:p>
            <a:pPr>
              <a:spcAft>
                <a:spcPts val="1000"/>
              </a:spcAft>
            </a:pPr>
            <a:r>
              <a:rPr b="1" dirty="0"/>
              <a:t>THE SHIFT</a:t>
            </a:r>
            <a:r>
              <a:rPr sz="1600" b="1" dirty="0"/>
              <a:t>
</a:t>
            </a:r>
            <a:r>
              <a:rPr dirty="0">
                <a:solidFill>
                  <a:schemeClr val="accent1"/>
                </a:solidFill>
              </a:rPr>
              <a:t>Traditional: </a:t>
            </a:r>
            <a:r>
              <a:rPr dirty="0"/>
              <a:t>Attempt </a:t>
            </a:r>
            <a:r>
              <a:rPr b="1" dirty="0"/>
              <a:t>→</a:t>
            </a:r>
            <a:r>
              <a:rPr dirty="0"/>
              <a:t> Struggle </a:t>
            </a:r>
            <a:r>
              <a:rPr b="1" dirty="0"/>
              <a:t>→</a:t>
            </a:r>
            <a:r>
              <a:rPr dirty="0"/>
              <a:t> Feedback </a:t>
            </a:r>
            <a:r>
              <a:rPr b="1" dirty="0"/>
              <a:t>→</a:t>
            </a:r>
            <a:r>
              <a:rPr dirty="0"/>
              <a:t> Correction </a:t>
            </a:r>
            <a:r>
              <a:rPr b="1" dirty="0"/>
              <a:t>→</a:t>
            </a:r>
            <a:r>
              <a:rPr dirty="0"/>
              <a:t> Understanding
</a:t>
            </a:r>
            <a:r>
              <a:rPr dirty="0">
                <a:solidFill>
                  <a:schemeClr val="accent1"/>
                </a:solidFill>
              </a:rPr>
              <a:t>AI-assisted: </a:t>
            </a:r>
            <a:r>
              <a:rPr dirty="0"/>
              <a:t>Prompt </a:t>
            </a:r>
            <a:r>
              <a:rPr b="1" dirty="0"/>
              <a:t>→</a:t>
            </a:r>
            <a:r>
              <a:rPr dirty="0"/>
              <a:t> Answer </a:t>
            </a:r>
            <a:r>
              <a:rPr b="1" dirty="0"/>
              <a:t>→</a:t>
            </a:r>
            <a:r>
              <a:rPr dirty="0"/>
              <a:t> Completion</a:t>
            </a:r>
          </a:p>
          <a:p>
            <a:pPr>
              <a:spcAft>
                <a:spcPts val="1000"/>
              </a:spcAft>
            </a:pPr>
            <a:r>
              <a:rPr lang="en-IN" b="1" dirty="0"/>
              <a:t>KEY QUESTION</a:t>
            </a:r>
            <a:r>
              <a:rPr lang="en-US" b="1" dirty="0"/>
              <a:t>:</a:t>
            </a:r>
            <a:r>
              <a:rPr lang="en-IN" dirty="0"/>
              <a:t> Is AI helping learners think, or thinking on their behalf?</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11" name="Lead Text">
            <a:extLst>
              <a:ext uri="{FF2B5EF4-FFF2-40B4-BE49-F238E27FC236}">
                <a16:creationId xmlns:a16="http://schemas.microsoft.com/office/drawing/2014/main" id="{8732B47E-CBBE-586B-8B84-B723B534EC92}"/>
              </a:ext>
            </a:extLst>
          </p:cNvPr>
          <p:cNvSpPr txBox="1"/>
          <p:nvPr/>
        </p:nvSpPr>
        <p:spPr>
          <a:xfrm>
            <a:off x="1234440" y="1432865"/>
            <a:ext cx="9601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800" b="1" dirty="0">
                <a:solidFill>
                  <a:schemeClr val="accent2"/>
                </a:solidFill>
              </a:rPr>
              <a:t>Existing scenario, background and how things work today</a:t>
            </a:r>
            <a:endParaRPr lang="en-US" sz="1800" dirty="0"/>
          </a:p>
        </p:txBody>
      </p:sp>
      <p:pic>
        <p:nvPicPr>
          <p:cNvPr id="13" name="Picture 12">
            <a:extLst>
              <a:ext uri="{FF2B5EF4-FFF2-40B4-BE49-F238E27FC236}">
                <a16:creationId xmlns:a16="http://schemas.microsoft.com/office/drawing/2014/main" id="{3193C620-6682-53DA-1812-06E33D2328FD}"/>
              </a:ext>
            </a:extLst>
          </p:cNvPr>
          <p:cNvPicPr>
            <a:picLocks noChangeAspect="1"/>
          </p:cNvPicPr>
          <p:nvPr/>
        </p:nvPicPr>
        <p:blipFill>
          <a:blip r:embed="rId4"/>
          <a:stretch>
            <a:fillRect/>
          </a:stretch>
        </p:blipFill>
        <p:spPr>
          <a:xfrm>
            <a:off x="640079" y="458580"/>
            <a:ext cx="548641" cy="5486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CODEWAVE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endParaRPr/>
          </a:p>
        </p:txBody>
      </p:sp>
      <p:sp>
        <p:nvSpPr>
          <p:cNvPr id="10" name="Prompts"/>
          <p:cNvSpPr txBox="1"/>
          <p:nvPr/>
        </p:nvSpPr>
        <p:spPr>
          <a:xfrm>
            <a:off x="868680" y="2083523"/>
            <a:ext cx="10424160" cy="4023363"/>
          </a:xfrm>
          <a:prstGeom prst="rect">
            <a:avLst/>
          </a:prstGeom>
          <a:noFill/>
          <a:ln/>
        </p:spPr>
        <p:txBody>
          <a:bodyPr wrap="square" lIns="0" tIns="0" rIns="0" bIns="0" rtlCol="0" anchor="t"/>
          <a:lstStyle/>
          <a:p>
            <a:r>
              <a:rPr lang="en-IN" b="1" dirty="0"/>
              <a:t>MAIN DIFFICULTIES</a:t>
            </a:r>
          </a:p>
          <a:p>
            <a:pPr marL="285750" lvl="0" indent="-285750">
              <a:buClr>
                <a:schemeClr val="accent1"/>
              </a:buClr>
              <a:buSzPct val="123000"/>
              <a:buFont typeface="Arial" panose="020B0604020202020204" pitchFamily="34" charset="0"/>
              <a:buChar char="•"/>
            </a:pPr>
            <a:r>
              <a:rPr lang="en-IN" b="1" dirty="0"/>
              <a:t>Task vs. Learning:</a:t>
            </a:r>
            <a:r>
              <a:rPr lang="en-IN" dirty="0"/>
              <a:t> Completing tasks doesn't guarantee skill development.</a:t>
            </a:r>
          </a:p>
          <a:p>
            <a:pPr marL="285750" lvl="0" indent="-285750">
              <a:buClr>
                <a:schemeClr val="accent1"/>
              </a:buClr>
              <a:buSzPct val="123000"/>
              <a:buFont typeface="Arial" panose="020B0604020202020204" pitchFamily="34" charset="0"/>
              <a:buChar char="•"/>
            </a:pPr>
            <a:r>
              <a:rPr lang="en-IN" b="1" dirty="0"/>
              <a:t>Over-Assistance:</a:t>
            </a:r>
            <a:r>
              <a:rPr lang="en-IN" dirty="0"/>
              <a:t> AI may provide answers instead of guiding reasoning.</a:t>
            </a:r>
          </a:p>
          <a:p>
            <a:pPr marL="285750" lvl="0" indent="-285750">
              <a:buClr>
                <a:schemeClr val="accent1"/>
              </a:buClr>
              <a:buSzPct val="123000"/>
              <a:buFont typeface="Arial" panose="020B0604020202020204" pitchFamily="34" charset="0"/>
              <a:buChar char="•"/>
            </a:pPr>
            <a:r>
              <a:rPr lang="en-IN" b="1" dirty="0"/>
              <a:t>Reduced Practice:</a:t>
            </a:r>
            <a:r>
              <a:rPr lang="en-IN" dirty="0"/>
              <a:t> Repeated delegation may limit independent thinking.</a:t>
            </a:r>
          </a:p>
          <a:p>
            <a:pPr marL="285750" lvl="0" indent="-285750">
              <a:buClr>
                <a:schemeClr val="accent1"/>
              </a:buClr>
              <a:buSzPct val="123000"/>
              <a:buFont typeface="Arial" panose="020B0604020202020204" pitchFamily="34" charset="0"/>
              <a:buChar char="•"/>
            </a:pPr>
            <a:r>
              <a:rPr lang="en-IN" b="1" dirty="0"/>
              <a:t>Hidden Knowledge Gaps:</a:t>
            </a:r>
            <a:r>
              <a:rPr lang="en-IN" dirty="0"/>
              <a:t> Correct answers can mask weak understanding.</a:t>
            </a:r>
            <a:endParaRPr lang="en-IN" b="1" dirty="0"/>
          </a:p>
          <a:p>
            <a:r>
              <a:rPr lang="en-IN" b="1" dirty="0"/>
              <a:t>ROOT CAUSES</a:t>
            </a:r>
          </a:p>
          <a:p>
            <a:pPr marL="285750" lvl="0" indent="-285750">
              <a:buClr>
                <a:schemeClr val="accent1"/>
              </a:buClr>
              <a:buSzPct val="123000"/>
              <a:buFont typeface="Arial" panose="020B0604020202020204" pitchFamily="34" charset="0"/>
              <a:buChar char="•"/>
            </a:pPr>
            <a:r>
              <a:rPr lang="en-IN" dirty="0"/>
              <a:t>Convenience-driven AI use</a:t>
            </a:r>
          </a:p>
          <a:p>
            <a:pPr marL="285750" lvl="0" indent="-285750">
              <a:buClr>
                <a:schemeClr val="accent1"/>
              </a:buClr>
              <a:buSzPct val="123000"/>
              <a:buFont typeface="Arial" panose="020B0604020202020204" pitchFamily="34" charset="0"/>
              <a:buChar char="•"/>
            </a:pPr>
            <a:r>
              <a:rPr lang="en-IN" dirty="0"/>
              <a:t>Answer-focused AI systems</a:t>
            </a:r>
          </a:p>
          <a:p>
            <a:pPr marL="285750" lvl="0" indent="-285750">
              <a:buClr>
                <a:schemeClr val="accent1"/>
              </a:buClr>
              <a:buSzPct val="123000"/>
              <a:buFont typeface="Arial" panose="020B0604020202020204" pitchFamily="34" charset="0"/>
              <a:buChar char="•"/>
            </a:pPr>
            <a:r>
              <a:rPr lang="en-IN" dirty="0"/>
              <a:t>Lack of adaptive, learner-centred assistance</a:t>
            </a:r>
            <a:endParaRPr lang="en-IN" b="1" dirty="0"/>
          </a:p>
          <a:p>
            <a:r>
              <a:rPr lang="en-IN" b="1" dirty="0"/>
              <a:t>CONSEQUENCES</a:t>
            </a:r>
          </a:p>
          <a:p>
            <a:pPr marL="285750" lvl="0" indent="-285750">
              <a:buClr>
                <a:schemeClr val="accent1"/>
              </a:buClr>
              <a:buSzPct val="123000"/>
              <a:buFont typeface="Arial" panose="020B0604020202020204" pitchFamily="34" charset="0"/>
              <a:buChar char="•"/>
            </a:pPr>
            <a:r>
              <a:rPr lang="en-IN" dirty="0"/>
              <a:t>Increased reliance on AI</a:t>
            </a:r>
          </a:p>
          <a:p>
            <a:pPr marL="285750" lvl="0" indent="-285750">
              <a:buClr>
                <a:schemeClr val="accent1"/>
              </a:buClr>
              <a:buSzPct val="123000"/>
              <a:buFont typeface="Arial" panose="020B0604020202020204" pitchFamily="34" charset="0"/>
              <a:buChar char="•"/>
            </a:pPr>
            <a:r>
              <a:rPr lang="en-IN" dirty="0"/>
              <a:t>Weaker independent problem-solving practice</a:t>
            </a:r>
          </a:p>
          <a:p>
            <a:pPr marL="285750" lvl="0" indent="-285750">
              <a:buClr>
                <a:schemeClr val="accent1"/>
              </a:buClr>
              <a:buSzPct val="123000"/>
              <a:buFont typeface="Arial" panose="020B0604020202020204" pitchFamily="34" charset="0"/>
              <a:buChar char="•"/>
            </a:pPr>
            <a:r>
              <a:rPr lang="en-IN" dirty="0"/>
              <a:t>Difficulty applying knowledge without AI</a:t>
            </a:r>
            <a:endParaRPr lang="en-IN" b="1" dirty="0"/>
          </a:p>
          <a:p>
            <a:pPr>
              <a:spcAft>
                <a:spcPts val="1000"/>
              </a:spcAft>
            </a:pPr>
            <a:r>
              <a:rPr lang="en-IN" b="1" dirty="0"/>
              <a:t>Core Challenge:</a:t>
            </a:r>
            <a:r>
              <a:rPr lang="en-IN" dirty="0"/>
              <a:t> How can AI support learning without replacing the thinking required to learn?</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11" name="Lead Text">
            <a:extLst>
              <a:ext uri="{FF2B5EF4-FFF2-40B4-BE49-F238E27FC236}">
                <a16:creationId xmlns:a16="http://schemas.microsoft.com/office/drawing/2014/main" id="{0B76836D-7F9C-B597-7718-9412171B5822}"/>
              </a:ext>
            </a:extLst>
          </p:cNvPr>
          <p:cNvSpPr txBox="1"/>
          <p:nvPr/>
        </p:nvSpPr>
        <p:spPr>
          <a:xfrm>
            <a:off x="1234440" y="1416536"/>
            <a:ext cx="9601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accent2"/>
                </a:solidFill>
              </a:rPr>
              <a:t>Main difficulties, bottlenecks, root causes and consequences</a:t>
            </a:r>
            <a:endParaRPr lang="en-US" dirty="0"/>
          </a:p>
        </p:txBody>
      </p:sp>
      <p:pic>
        <p:nvPicPr>
          <p:cNvPr id="13" name="Picture 12">
            <a:extLst>
              <a:ext uri="{FF2B5EF4-FFF2-40B4-BE49-F238E27FC236}">
                <a16:creationId xmlns:a16="http://schemas.microsoft.com/office/drawing/2014/main" id="{6FEA5AA8-C6C1-2D0C-F6B9-9589AE065F99}"/>
              </a:ext>
            </a:extLst>
          </p:cNvPr>
          <p:cNvPicPr>
            <a:picLocks noChangeAspect="1"/>
          </p:cNvPicPr>
          <p:nvPr/>
        </p:nvPicPr>
        <p:blipFill>
          <a:blip r:embed="rId4"/>
          <a:stretch>
            <a:fillRect/>
          </a:stretch>
        </p:blipFill>
        <p:spPr>
          <a:xfrm>
            <a:off x="640079" y="458580"/>
            <a:ext cx="548641" cy="5486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CODEWAVE</a:t>
            </a:r>
            <a:endParaRPr lang="en-US" sz="15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32461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IN" dirty="0"/>
              <a:t>AI literacy programs teach users to verify AI outputs and think critically. Socratic AI tutors guide learners through questions instead of directly giving answers. Schools also use independent problem-solving exercises and active learning to strengthen reasoning skills.</a:t>
            </a:r>
            <a:endParaRPr lang="en-US" sz="1800" dirty="0"/>
          </a:p>
          <a:p>
            <a:pPr marL="279400" indent="-279400">
              <a:spcAft>
                <a:spcPts val="1000"/>
              </a:spcAft>
              <a:buClr>
                <a:schemeClr val="accent1"/>
              </a:buClr>
              <a:buSzPct val="100000"/>
              <a:buChar char="•"/>
            </a:pPr>
            <a:r>
              <a:rPr lang="en-IN" dirty="0"/>
              <a:t>Most existing approaches do not specifically track which cognitive skills users repeatedly delegate to AI. They may not measure whether users can solve similar problems independently afterward. This creates an opportunity for adaptive systems that encourage independent thinking.</a:t>
            </a:r>
          </a:p>
          <a:p>
            <a:pPr marL="279400" indent="-279400">
              <a:spcAft>
                <a:spcPts val="1000"/>
              </a:spcAft>
              <a:buClr>
                <a:schemeClr val="accent1"/>
              </a:buClr>
              <a:buSzPct val="100000"/>
              <a:buFontTx/>
              <a:buChar char="•"/>
            </a:pPr>
            <a:r>
              <a:rPr lang="en-IN" dirty="0"/>
              <a:t>Current AI systems prioritise speed and task completion over long-term cognitive development. They often provide direct answers instead of encouraging independent reasoning, lack mechanisms to track users’ cognitive dependency, and offer limited adaptive guidance. The key failure is that completing tasks with AI does not guarantee the ability to perform them independently.</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pic>
        <p:nvPicPr>
          <p:cNvPr id="12" name="Picture 11">
            <a:extLst>
              <a:ext uri="{FF2B5EF4-FFF2-40B4-BE49-F238E27FC236}">
                <a16:creationId xmlns:a16="http://schemas.microsoft.com/office/drawing/2014/main" id="{F2CF66FD-FA09-E9DD-739A-90E702501AFD}"/>
              </a:ext>
            </a:extLst>
          </p:cNvPr>
          <p:cNvPicPr>
            <a:picLocks noChangeAspect="1"/>
          </p:cNvPicPr>
          <p:nvPr/>
        </p:nvPicPr>
        <p:blipFill>
          <a:blip r:embed="rId4"/>
          <a:stretch>
            <a:fillRect/>
          </a:stretch>
        </p:blipFill>
        <p:spPr>
          <a:xfrm>
            <a:off x="640079" y="458580"/>
            <a:ext cx="548641" cy="5486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CODEWAVE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997442" y="1804539"/>
            <a:ext cx="10424160" cy="4383989"/>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750" b="1" dirty="0">
                <a:solidFill>
                  <a:schemeClr val="accent1"/>
                </a:solidFill>
              </a:rPr>
              <a:t>Hardware Requirements:</a:t>
            </a:r>
          </a:p>
          <a:p>
            <a:pPr lvl="0"/>
            <a:r>
              <a:rPr lang="en-US" sz="1750" dirty="0"/>
              <a:t>        &gt; </a:t>
            </a:r>
            <a:r>
              <a:rPr lang="en-IN" sz="1750" dirty="0"/>
              <a:t>Laptop, desktop or smartphone for users to interact with the system.</a:t>
            </a:r>
          </a:p>
          <a:p>
            <a:pPr lvl="0"/>
            <a:r>
              <a:rPr lang="en-IN" sz="1750" dirty="0"/>
              <a:t>        &gt; Cloud servers or a local server to process user interactions and store learning progress.</a:t>
            </a:r>
          </a:p>
          <a:p>
            <a:pPr lvl="0"/>
            <a:r>
              <a:rPr lang="en-IN" sz="1750" dirty="0"/>
              <a:t>        &gt; Optional GPU resources for running or fine-tuning AI models.</a:t>
            </a:r>
            <a:endParaRPr lang="en-US" sz="1750" dirty="0"/>
          </a:p>
          <a:p>
            <a:pPr marL="279400" indent="-279400">
              <a:lnSpc>
                <a:spcPct val="150000"/>
              </a:lnSpc>
              <a:spcAft>
                <a:spcPts val="1000"/>
              </a:spcAft>
              <a:buClr>
                <a:schemeClr val="accent1"/>
              </a:buClr>
              <a:buSzPct val="100000"/>
              <a:buChar char="•"/>
            </a:pPr>
            <a:r>
              <a:rPr lang="en-US" sz="1750" b="1" dirty="0">
                <a:solidFill>
                  <a:schemeClr val="accent1"/>
                </a:solidFill>
              </a:rPr>
              <a:t>Software Requirements:</a:t>
            </a:r>
          </a:p>
          <a:p>
            <a:pPr lvl="0"/>
            <a:r>
              <a:rPr lang="en-US" sz="1750" dirty="0"/>
              <a:t>        &gt; </a:t>
            </a:r>
            <a:r>
              <a:rPr lang="en-IN" sz="1750" dirty="0"/>
              <a:t>An </a:t>
            </a:r>
            <a:r>
              <a:rPr lang="en-IN" sz="1750" i="1" dirty="0"/>
              <a:t>AI model/API </a:t>
            </a:r>
            <a:r>
              <a:rPr lang="en-IN" sz="1750" dirty="0"/>
              <a:t>to provide adaptive guidance and hints.</a:t>
            </a:r>
          </a:p>
          <a:p>
            <a:pPr lvl="0"/>
            <a:r>
              <a:rPr lang="en-IN" sz="1750" dirty="0"/>
              <a:t>        &gt; A </a:t>
            </a:r>
            <a:r>
              <a:rPr lang="en-IN" sz="1750" i="1" dirty="0"/>
              <a:t>programming framework </a:t>
            </a:r>
            <a:r>
              <a:rPr lang="en-IN" sz="1750" dirty="0"/>
              <a:t>such as Python with Flask or </a:t>
            </a:r>
            <a:r>
              <a:rPr lang="en-IN" sz="1750" dirty="0" err="1"/>
              <a:t>FastAPI</a:t>
            </a:r>
            <a:r>
              <a:rPr lang="en-IN" sz="1750" dirty="0"/>
              <a:t> for backend development.</a:t>
            </a:r>
          </a:p>
          <a:p>
            <a:pPr lvl="0"/>
            <a:r>
              <a:rPr lang="en-IN" sz="1750" dirty="0"/>
              <a:t>        &gt; A </a:t>
            </a:r>
            <a:r>
              <a:rPr lang="en-IN" sz="1750" i="1" dirty="0"/>
              <a:t>database to track</a:t>
            </a:r>
            <a:r>
              <a:rPr lang="en-IN" sz="1750" dirty="0"/>
              <a:t> independent performance, skill progress and AI assistance usage.</a:t>
            </a:r>
          </a:p>
          <a:p>
            <a:r>
              <a:rPr lang="en-IN" sz="1750" dirty="0"/>
              <a:t>        &gt; An </a:t>
            </a:r>
            <a:r>
              <a:rPr lang="en-IN" sz="1750" i="1" dirty="0"/>
              <a:t>assessment module </a:t>
            </a:r>
            <a:r>
              <a:rPr lang="en-IN" sz="1750" dirty="0"/>
              <a:t>to evaluate independent problem-solving and adjust the level of AI assistance.</a:t>
            </a:r>
            <a:endParaRPr lang="en-US" sz="1750" dirty="0"/>
          </a:p>
          <a:p>
            <a:pPr marL="279400" indent="-279400">
              <a:lnSpc>
                <a:spcPct val="150000"/>
              </a:lnSpc>
              <a:spcAft>
                <a:spcPts val="1000"/>
              </a:spcAft>
              <a:buClr>
                <a:schemeClr val="accent1"/>
              </a:buClr>
              <a:buSzPct val="100000"/>
              <a:buChar char="•"/>
            </a:pPr>
            <a:r>
              <a:rPr lang="en-US" sz="1750" b="1" dirty="0">
                <a:solidFill>
                  <a:schemeClr val="accent1"/>
                </a:solidFill>
              </a:rPr>
              <a:t>Other resources (Including Human Resources):</a:t>
            </a:r>
          </a:p>
          <a:p>
            <a:r>
              <a:rPr lang="en-IN" sz="1750" dirty="0"/>
              <a:t>        &gt; </a:t>
            </a:r>
            <a:r>
              <a:rPr lang="en-IN" sz="1750" b="1" dirty="0"/>
              <a:t>Technical Resources: </a:t>
            </a:r>
            <a:r>
              <a:rPr lang="en-IN" sz="1750" dirty="0"/>
              <a:t>Computers, servers, AI models/APIs, programming frameworks, databases and</a:t>
            </a:r>
          </a:p>
          <a:p>
            <a:r>
              <a:rPr lang="en-IN" sz="1750" dirty="0"/>
              <a:t>           assessment tools to monitor independent problem-solving and adapt AI assistance.</a:t>
            </a:r>
          </a:p>
          <a:p>
            <a:r>
              <a:rPr lang="en-IN" sz="1750" dirty="0"/>
              <a:t>        &gt; </a:t>
            </a:r>
            <a:r>
              <a:rPr lang="en-IN" sz="1750" b="1" dirty="0"/>
              <a:t>Human &amp; Supporting Resources: </a:t>
            </a:r>
            <a:r>
              <a:rPr lang="en-IN" sz="1750" dirty="0"/>
              <a:t>AI developers, cognitive-science experts, educators, student volunteers,</a:t>
            </a:r>
          </a:p>
          <a:p>
            <a:r>
              <a:rPr lang="en-IN" sz="1750" dirty="0"/>
              <a:t>           research studies, funding and data-privacy safeguards for developing and testing the system.</a:t>
            </a:r>
            <a:endParaRPr lang="en-US" sz="1750" dirty="0">
              <a:solidFill>
                <a:schemeClr val="tx1"/>
              </a:solidFill>
            </a:endParaRPr>
          </a:p>
          <a:p>
            <a:pPr>
              <a:spcAft>
                <a:spcPts val="1000"/>
              </a:spcAft>
              <a:buClr>
                <a:schemeClr val="accent1"/>
              </a:buClr>
              <a:buSzPct val="100000"/>
            </a:pPr>
            <a:endParaRPr lang="en-US" sz="175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pic>
        <p:nvPicPr>
          <p:cNvPr id="12" name="Picture 11">
            <a:extLst>
              <a:ext uri="{FF2B5EF4-FFF2-40B4-BE49-F238E27FC236}">
                <a16:creationId xmlns:a16="http://schemas.microsoft.com/office/drawing/2014/main" id="{DA73591D-AE6C-783C-CAD4-2FE054DDA2AA}"/>
              </a:ext>
            </a:extLst>
          </p:cNvPr>
          <p:cNvPicPr>
            <a:picLocks noChangeAspect="1"/>
          </p:cNvPicPr>
          <p:nvPr/>
        </p:nvPicPr>
        <p:blipFill>
          <a:blip r:embed="rId4"/>
          <a:stretch>
            <a:fillRect/>
          </a:stretch>
        </p:blipFill>
        <p:spPr>
          <a:xfrm>
            <a:off x="640079" y="458580"/>
            <a:ext cx="548641" cy="5486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CODEWAVE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3"/>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3106972"/>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We intend to </a:t>
            </a:r>
            <a:r>
              <a:rPr lang="en-US" sz="1800" b="1" dirty="0">
                <a:solidFill>
                  <a:schemeClr val="tx1"/>
                </a:solidFill>
              </a:rPr>
              <a:t>develop an </a:t>
            </a:r>
            <a:r>
              <a:rPr lang="en-IN" b="1" dirty="0"/>
              <a:t>adaptive AI system </a:t>
            </a:r>
            <a:r>
              <a:rPr lang="en-IN" dirty="0"/>
              <a:t>that encourages </a:t>
            </a:r>
            <a:r>
              <a:rPr lang="en-IN" i="1" dirty="0"/>
              <a:t>independent thinking</a:t>
            </a:r>
            <a:r>
              <a:rPr lang="en-IN" dirty="0"/>
              <a:t> by providing hints and guided questions instead of immediately giving answers.</a:t>
            </a:r>
            <a:endParaRPr lang="en-US" sz="1800" dirty="0"/>
          </a:p>
          <a:p>
            <a:pPr marL="279400" indent="-279400">
              <a:spcAft>
                <a:spcPts val="1000"/>
              </a:spcAft>
              <a:buClr>
                <a:schemeClr val="accent1"/>
              </a:buClr>
              <a:buSzPct val="100000"/>
              <a:buChar char="•"/>
            </a:pPr>
            <a:r>
              <a:rPr lang="en-IN" b="1" dirty="0"/>
              <a:t>What we want to improve:</a:t>
            </a:r>
            <a:r>
              <a:rPr lang="en-IN" dirty="0"/>
              <a:t> Reduce over-reliance on AI and </a:t>
            </a:r>
            <a:r>
              <a:rPr lang="en-IN" i="1" dirty="0"/>
              <a:t>strengthen reasoning, critical thinking</a:t>
            </a:r>
            <a:r>
              <a:rPr lang="en-IN" dirty="0"/>
              <a:t> and </a:t>
            </a:r>
            <a:r>
              <a:rPr lang="en-IN" i="1" dirty="0"/>
              <a:t>independent problem-solving skills</a:t>
            </a:r>
            <a:r>
              <a:rPr lang="en-IN" dirty="0"/>
              <a:t>.</a:t>
            </a:r>
          </a:p>
          <a:p>
            <a:pPr marL="279400" indent="-279400">
              <a:spcAft>
                <a:spcPts val="1000"/>
              </a:spcAft>
              <a:buClr>
                <a:schemeClr val="accent1"/>
              </a:buClr>
              <a:buSzPct val="100000"/>
              <a:buChar char="•"/>
            </a:pPr>
            <a:r>
              <a:rPr lang="en-IN" dirty="0"/>
              <a:t>We wish to </a:t>
            </a:r>
            <a:r>
              <a:rPr lang="en-IN" b="1" dirty="0"/>
              <a:t>build a healthier, cognitively empowered society</a:t>
            </a:r>
            <a:r>
              <a:rPr lang="en-IN" dirty="0"/>
              <a:t> that embraces AI without sacrificing human reasoning, creativity, memory and independent decision-making. We aim to ensure that technological progress </a:t>
            </a:r>
            <a:r>
              <a:rPr lang="en-IN" i="1" dirty="0"/>
              <a:t>strengthens human potential</a:t>
            </a:r>
            <a:r>
              <a:rPr lang="en-IN" dirty="0"/>
              <a:t> rather than diminishes it, reminding society that no human-created software can replace the depth and potential of human cognition. Even as civilisation advances, we believe that human intelligence must remain grounded in humility before God, the supreme creator, and that technology should serve humanity rather than define its limits.</a:t>
            </a:r>
            <a:endParaRPr lang="en-US" sz="1800" dirty="0">
              <a:solidFill>
                <a:schemeClr val="tx1"/>
              </a:solidFill>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pic>
        <p:nvPicPr>
          <p:cNvPr id="12" name="Picture 11">
            <a:extLst>
              <a:ext uri="{FF2B5EF4-FFF2-40B4-BE49-F238E27FC236}">
                <a16:creationId xmlns:a16="http://schemas.microsoft.com/office/drawing/2014/main" id="{D7F2F0B1-E4DC-67ED-9623-DD15DB80E6CE}"/>
              </a:ext>
            </a:extLst>
          </p:cNvPr>
          <p:cNvPicPr>
            <a:picLocks noChangeAspect="1"/>
          </p:cNvPicPr>
          <p:nvPr/>
        </p:nvPicPr>
        <p:blipFill>
          <a:blip r:embed="rId4"/>
          <a:stretch>
            <a:fillRect/>
          </a:stretch>
        </p:blipFill>
        <p:spPr>
          <a:xfrm>
            <a:off x="640079" y="458580"/>
            <a:ext cx="548641" cy="548641"/>
          </a:xfrm>
          <a:prstGeom prst="rect">
            <a:avLst/>
          </a:prstGeom>
        </p:spPr>
      </p:pic>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1094</Words>
  <Application>Microsoft Office PowerPoint</Application>
  <PresentationFormat>Widescreen</PresentationFormat>
  <Paragraphs>109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Sayantika Das</cp:lastModifiedBy>
  <cp:revision>2</cp:revision>
  <dcterms:created xsi:type="dcterms:W3CDTF">2026-10-07T15:27:40Z</dcterms:created>
  <dcterms:modified xsi:type="dcterms:W3CDTF">2026-10-09T15:08:01Z</dcterms:modified>
</cp:coreProperties>
</file>